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320ff468474fb6" /><Relationship Type="http://schemas.openxmlformats.org/officeDocument/2006/relationships/extended-properties" Target="/docProps/app.xml" Id="Re43fb08758a34a31" /><Relationship Type="http://schemas.openxmlformats.org/officeDocument/2006/relationships/officeDocument" Target="/ppt/presentation.xml" Id="R091f167df31c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2bd2c49892491d"/>
  </p:sldMasterIdLst>
  <p:notesMasterIdLst>
    <p:notesMasterId xmlns:r="http://schemas.openxmlformats.org/officeDocument/2006/relationships" r:id="R3fcb253b2b224c43"/>
  </p:notesMasterIdLst>
  <p:sldIdLst>
    <p:sldId xmlns:r="http://schemas.openxmlformats.org/officeDocument/2006/relationships" id="256" r:id="R83ce38ea745c4098"/>
    <p:sldId xmlns:r="http://schemas.openxmlformats.org/officeDocument/2006/relationships" id="257" r:id="Rbd07e8a6690848fe"/>
    <p:sldId xmlns:r="http://schemas.openxmlformats.org/officeDocument/2006/relationships" id="258" r:id="Rf6944d7aa09e47a7"/>
    <p:sldId xmlns:r="http://schemas.openxmlformats.org/officeDocument/2006/relationships" id="259" r:id="R33ea2b99220b4097"/>
    <p:sldId xmlns:r="http://schemas.openxmlformats.org/officeDocument/2006/relationships" id="260" r:id="R1dd8900f30f24677"/>
    <p:sldId xmlns:r="http://schemas.openxmlformats.org/officeDocument/2006/relationships" id="261" r:id="R266686af03694cb2"/>
    <p:sldId xmlns:r="http://schemas.openxmlformats.org/officeDocument/2006/relationships" id="262" r:id="R4e1c5e550ff44752"/>
    <p:sldId xmlns:r="http://schemas.openxmlformats.org/officeDocument/2006/relationships" id="263" r:id="R42b6cd1a38a349d9"/>
    <p:sldId xmlns:r="http://schemas.openxmlformats.org/officeDocument/2006/relationships" id="264" r:id="Rd3e8b2bf71bd4997"/>
    <p:sldId xmlns:r="http://schemas.openxmlformats.org/officeDocument/2006/relationships" id="265" r:id="Rdf479dcc04974b4c"/>
    <p:sldId xmlns:r="http://schemas.openxmlformats.org/officeDocument/2006/relationships" id="266" r:id="Ra43cf70aa97a45a4"/>
    <p:sldId xmlns:r="http://schemas.openxmlformats.org/officeDocument/2006/relationships" id="267" r:id="R4128c9cd8216473c"/>
    <p:sldId xmlns:r="http://schemas.openxmlformats.org/officeDocument/2006/relationships" id="268" r:id="Rcf31010e7d2c4eb0"/>
    <p:sldId xmlns:r="http://schemas.openxmlformats.org/officeDocument/2006/relationships" id="269" r:id="Rbf32e87a29c94c48"/>
    <p:sldId xmlns:r="http://schemas.openxmlformats.org/officeDocument/2006/relationships" id="270" r:id="R30614ad43d2f4173"/>
    <p:sldId xmlns:r="http://schemas.openxmlformats.org/officeDocument/2006/relationships" id="271" r:id="Ra7f49670233648aa"/>
    <p:sldId xmlns:r="http://schemas.openxmlformats.org/officeDocument/2006/relationships" id="272" r:id="R61f0b51b19654368"/>
    <p:sldId xmlns:r="http://schemas.openxmlformats.org/officeDocument/2006/relationships" id="273" r:id="R16f9d2f6596e45d4"/>
    <p:sldId xmlns:r="http://schemas.openxmlformats.org/officeDocument/2006/relationships" id="274" r:id="R85407ae510ba4b4d"/>
    <p:sldId xmlns:r="http://schemas.openxmlformats.org/officeDocument/2006/relationships" id="275" r:id="R197ff2706ece435f"/>
    <p:sldId xmlns:r="http://schemas.openxmlformats.org/officeDocument/2006/relationships" id="276" r:id="R6db1da3de90945cb"/>
    <p:sldId xmlns:r="http://schemas.openxmlformats.org/officeDocument/2006/relationships" id="277" r:id="R1bfde037e7ac45da"/>
    <p:sldId xmlns:r="http://schemas.openxmlformats.org/officeDocument/2006/relationships" id="278" r:id="R95e0fea0a6b14f7f"/>
    <p:sldId xmlns:r="http://schemas.openxmlformats.org/officeDocument/2006/relationships" id="279" r:id="R7154f5acc6344a13"/>
    <p:sldId xmlns:r="http://schemas.openxmlformats.org/officeDocument/2006/relationships" id="280" r:id="R383694e4a2cc4a6f"/>
    <p:sldId xmlns:r="http://schemas.openxmlformats.org/officeDocument/2006/relationships" id="281" r:id="R18bdd4fc60ce41f1"/>
    <p:sldId xmlns:r="http://schemas.openxmlformats.org/officeDocument/2006/relationships" id="282" r:id="R28fe2d929d4d4009"/>
    <p:sldId xmlns:r="http://schemas.openxmlformats.org/officeDocument/2006/relationships" id="283" r:id="R0b9bd38e12974949"/>
    <p:sldId xmlns:r="http://schemas.openxmlformats.org/officeDocument/2006/relationships" id="284" r:id="Rda6ed666764d4e36"/>
    <p:sldId xmlns:r="http://schemas.openxmlformats.org/officeDocument/2006/relationships" id="285" r:id="R0ff7c8c26dc24a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ae7e66410d4b35" /><Relationship Type="http://schemas.openxmlformats.org/officeDocument/2006/relationships/slideMaster" Target="/ppt/slideMasters/slideMaster1.xml" Id="R752bd2c49892491d" /><Relationship Type="http://schemas.openxmlformats.org/officeDocument/2006/relationships/notesMaster" Target="/ppt/notesMasters/notesMaster1.xml" Id="R3fcb253b2b224c43" /><Relationship Type="http://schemas.openxmlformats.org/officeDocument/2006/relationships/presProps" Target="/ppt/presProps.xml" Id="R77579fa727c548f8" /><Relationship Type="http://schemas.openxmlformats.org/officeDocument/2006/relationships/tableStyles" Target="/ppt/tableStyles.xml" Id="Re12a153e97e94c15" /><Relationship Type="http://schemas.openxmlformats.org/officeDocument/2006/relationships/slide" Target="/ppt/slides/slide1.xml" Id="R83ce38ea745c4098" /><Relationship Type="http://schemas.openxmlformats.org/officeDocument/2006/relationships/slide" Target="/ppt/slides/slide2.xml" Id="Rbd07e8a6690848fe" /><Relationship Type="http://schemas.openxmlformats.org/officeDocument/2006/relationships/slide" Target="/ppt/slides/slide3.xml" Id="Rf6944d7aa09e47a7" /><Relationship Type="http://schemas.openxmlformats.org/officeDocument/2006/relationships/slide" Target="/ppt/slides/slide4.xml" Id="R33ea2b99220b4097" /><Relationship Type="http://schemas.openxmlformats.org/officeDocument/2006/relationships/slide" Target="/ppt/slides/slide5.xml" Id="R1dd8900f30f24677" /><Relationship Type="http://schemas.openxmlformats.org/officeDocument/2006/relationships/slide" Target="/ppt/slides/slide6.xml" Id="R266686af03694cb2" /><Relationship Type="http://schemas.openxmlformats.org/officeDocument/2006/relationships/slide" Target="/ppt/slides/slide7.xml" Id="R4e1c5e550ff44752" /><Relationship Type="http://schemas.openxmlformats.org/officeDocument/2006/relationships/slide" Target="/ppt/slides/slide8.xml" Id="R42b6cd1a38a349d9" /><Relationship Type="http://schemas.openxmlformats.org/officeDocument/2006/relationships/slide" Target="/ppt/slides/slide9.xml" Id="Rd3e8b2bf71bd4997" /><Relationship Type="http://schemas.openxmlformats.org/officeDocument/2006/relationships/slide" Target="/ppt/slides/slide10.xml" Id="Rdf479dcc04974b4c" /><Relationship Type="http://schemas.openxmlformats.org/officeDocument/2006/relationships/slide" Target="/ppt/slides/slide11.xml" Id="Ra43cf70aa97a45a4" /><Relationship Type="http://schemas.openxmlformats.org/officeDocument/2006/relationships/slide" Target="/ppt/slides/slide12.xml" Id="R4128c9cd8216473c" /><Relationship Type="http://schemas.openxmlformats.org/officeDocument/2006/relationships/slide" Target="/ppt/slides/slide13.xml" Id="Rcf31010e7d2c4eb0" /><Relationship Type="http://schemas.openxmlformats.org/officeDocument/2006/relationships/slide" Target="/ppt/slides/slide14.xml" Id="Rbf32e87a29c94c48" /><Relationship Type="http://schemas.openxmlformats.org/officeDocument/2006/relationships/slide" Target="/ppt/slides/slide15.xml" Id="R30614ad43d2f4173" /><Relationship Type="http://schemas.openxmlformats.org/officeDocument/2006/relationships/slide" Target="/ppt/slides/slide16.xml" Id="Ra7f49670233648aa" /><Relationship Type="http://schemas.openxmlformats.org/officeDocument/2006/relationships/slide" Target="/ppt/slides/slide17.xml" Id="R61f0b51b19654368" /><Relationship Type="http://schemas.openxmlformats.org/officeDocument/2006/relationships/slide" Target="/ppt/slides/slide18.xml" Id="R16f9d2f6596e45d4" /><Relationship Type="http://schemas.openxmlformats.org/officeDocument/2006/relationships/slide" Target="/ppt/slides/slide19.xml" Id="R85407ae510ba4b4d" /><Relationship Type="http://schemas.openxmlformats.org/officeDocument/2006/relationships/slide" Target="/ppt/slides/slide20.xml" Id="R197ff2706ece435f" /><Relationship Type="http://schemas.openxmlformats.org/officeDocument/2006/relationships/slide" Target="/ppt/slides/slide21.xml" Id="R6db1da3de90945cb" /><Relationship Type="http://schemas.openxmlformats.org/officeDocument/2006/relationships/slide" Target="/ppt/slides/slide22.xml" Id="R1bfde037e7ac45da" /><Relationship Type="http://schemas.openxmlformats.org/officeDocument/2006/relationships/slide" Target="/ppt/slides/slide23.xml" Id="R95e0fea0a6b14f7f" /><Relationship Type="http://schemas.openxmlformats.org/officeDocument/2006/relationships/slide" Target="/ppt/slides/slide24.xml" Id="R7154f5acc6344a13" /><Relationship Type="http://schemas.openxmlformats.org/officeDocument/2006/relationships/slide" Target="/ppt/slides/slide25.xml" Id="R383694e4a2cc4a6f" /><Relationship Type="http://schemas.openxmlformats.org/officeDocument/2006/relationships/slide" Target="/ppt/slides/slide26.xml" Id="R18bdd4fc60ce41f1" /><Relationship Type="http://schemas.openxmlformats.org/officeDocument/2006/relationships/slide" Target="/ppt/slides/slide27.xml" Id="R28fe2d929d4d4009" /><Relationship Type="http://schemas.openxmlformats.org/officeDocument/2006/relationships/slide" Target="/ppt/slides/slide28.xml" Id="R0b9bd38e12974949" /><Relationship Type="http://schemas.openxmlformats.org/officeDocument/2006/relationships/slide" Target="/ppt/slides/slide29.xml" Id="Rda6ed666764d4e36" /><Relationship Type="http://schemas.openxmlformats.org/officeDocument/2006/relationships/slide" Target="/ppt/slides/slide30.xml" Id="R0ff7c8c26dc2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56e5f3d66448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d09bf148754e74" /><Relationship Type="http://schemas.openxmlformats.org/officeDocument/2006/relationships/notesMaster" Target="/ppt/notesMasters/notesMaster1.xml" Id="R9997882211704c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c0e8dd6be04463" /><Relationship Type="http://schemas.openxmlformats.org/officeDocument/2006/relationships/notesMaster" Target="/ppt/notesMasters/notesMaster1.xml" Id="R64c920a01e5f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e235ff567c46d2" /><Relationship Type="http://schemas.openxmlformats.org/officeDocument/2006/relationships/notesMaster" Target="/ppt/notesMasters/notesMaster1.xml" Id="R82e4a6077d2644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af450416164ba1" /><Relationship Type="http://schemas.openxmlformats.org/officeDocument/2006/relationships/notesMaster" Target="/ppt/notesMasters/notesMaster1.xml" Id="R996bda35d6aa46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93359f26904764" /><Relationship Type="http://schemas.openxmlformats.org/officeDocument/2006/relationships/notesMaster" Target="/ppt/notesMasters/notesMaster1.xml" Id="R523f72c72bcb44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737bd02da649ee" /><Relationship Type="http://schemas.openxmlformats.org/officeDocument/2006/relationships/notesMaster" Target="/ppt/notesMasters/notesMaster1.xml" Id="Re7d1652852c041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d3a2a7992f414f" /><Relationship Type="http://schemas.openxmlformats.org/officeDocument/2006/relationships/notesMaster" Target="/ppt/notesMasters/notesMaster1.xml" Id="R993e9a5f7ac24d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bcfc8ee7fd4754" /><Relationship Type="http://schemas.openxmlformats.org/officeDocument/2006/relationships/notesMaster" Target="/ppt/notesMasters/notesMaster1.xml" Id="Re6cfa6d8c3354b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9224c3dcb94b93" /><Relationship Type="http://schemas.openxmlformats.org/officeDocument/2006/relationships/notesMaster" Target="/ppt/notesMasters/notesMaster1.xml" Id="Rdfae73f2cb684d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917aedb2ea4a4e" /><Relationship Type="http://schemas.openxmlformats.org/officeDocument/2006/relationships/notesMaster" Target="/ppt/notesMasters/notesMaster1.xml" Id="Ra6124ce2e38f42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65a90ef3e24b95" /><Relationship Type="http://schemas.openxmlformats.org/officeDocument/2006/relationships/notesMaster" Target="/ppt/notesMasters/notesMaster1.xml" Id="R1e720b8fd11b47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d1342443be4f78" /><Relationship Type="http://schemas.openxmlformats.org/officeDocument/2006/relationships/notesMaster" Target="/ppt/notesMasters/notesMaster1.xml" Id="Rc2b3dd87798149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4b60c2cad24e04" /><Relationship Type="http://schemas.openxmlformats.org/officeDocument/2006/relationships/notesMaster" Target="/ppt/notesMasters/notesMaster1.xml" Id="R3a4598cd430347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4240babd4a4828" /><Relationship Type="http://schemas.openxmlformats.org/officeDocument/2006/relationships/notesMaster" Target="/ppt/notesMasters/notesMaster1.xml" Id="Ra6ffdd96646944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d6836ec9a14625" /><Relationship Type="http://schemas.openxmlformats.org/officeDocument/2006/relationships/notesMaster" Target="/ppt/notesMasters/notesMaster1.xml" Id="Rbbf5ae12126d4c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f0c962c5174f1a" /><Relationship Type="http://schemas.openxmlformats.org/officeDocument/2006/relationships/notesMaster" Target="/ppt/notesMasters/notesMaster1.xml" Id="R5e2e5f9103524e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34c83aa6e94e96" /><Relationship Type="http://schemas.openxmlformats.org/officeDocument/2006/relationships/notesMaster" Target="/ppt/notesMasters/notesMaster1.xml" Id="R0f7cf837ae3f44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bb7497e38e4eae" /><Relationship Type="http://schemas.openxmlformats.org/officeDocument/2006/relationships/notesMaster" Target="/ppt/notesMasters/notesMaster1.xml" Id="R87fb796960ec46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b8b6c23b8e4835" /><Relationship Type="http://schemas.openxmlformats.org/officeDocument/2006/relationships/notesMaster" Target="/ppt/notesMasters/notesMaster1.xml" Id="Rd96ca30e82ee44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76a0fa1cab4a21" /><Relationship Type="http://schemas.openxmlformats.org/officeDocument/2006/relationships/notesMaster" Target="/ppt/notesMasters/notesMaster1.xml" Id="Rfa40670341204a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243878c2d94854" /><Relationship Type="http://schemas.openxmlformats.org/officeDocument/2006/relationships/notesMaster" Target="/ppt/notesMasters/notesMaster1.xml" Id="R317e61d0247d4c6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55d072c2aa44c7" /><Relationship Type="http://schemas.openxmlformats.org/officeDocument/2006/relationships/notesMaster" Target="/ppt/notesMasters/notesMaster1.xml" Id="Re848d438752f420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dc4123c19a4b89" /><Relationship Type="http://schemas.openxmlformats.org/officeDocument/2006/relationships/notesMaster" Target="/ppt/notesMasters/notesMaster1.xml" Id="Rdf6ff381b39349a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58501ed8b2a4162" /><Relationship Type="http://schemas.openxmlformats.org/officeDocument/2006/relationships/notesMaster" Target="/ppt/notesMasters/notesMaster1.xml" Id="R5428e2c6ac3c43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cc92118cb3e4076" /><Relationship Type="http://schemas.openxmlformats.org/officeDocument/2006/relationships/notesMaster" Target="/ppt/notesMasters/notesMaster1.xml" Id="Rf3e8c7592ae7457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620037f97f84ef2" /><Relationship Type="http://schemas.openxmlformats.org/officeDocument/2006/relationships/notesMaster" Target="/ppt/notesMasters/notesMaster1.xml" Id="R031d283613044f0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837f76d9f114004" /><Relationship Type="http://schemas.openxmlformats.org/officeDocument/2006/relationships/notesMaster" Target="/ppt/notesMasters/notesMaster1.xml" Id="R10f6a81df1c54c4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4c1b9dc5f6c4e0a" /><Relationship Type="http://schemas.openxmlformats.org/officeDocument/2006/relationships/notesMaster" Target="/ppt/notesMasters/notesMaster1.xml" Id="R1469bf175f9442e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9ebfb03b8b240db" /><Relationship Type="http://schemas.openxmlformats.org/officeDocument/2006/relationships/notesMaster" Target="/ppt/notesMasters/notesMaster1.xml" Id="Rd96d2b8b39c14e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0db051280ae4d6d" /><Relationship Type="http://schemas.openxmlformats.org/officeDocument/2006/relationships/notesMaster" Target="/ppt/notesMasters/notesMaster1.xml" Id="Rf30e86b070b94d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501c0242542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ed6d89e2246e1" /><Relationship Type="http://schemas.openxmlformats.org/officeDocument/2006/relationships/slideLayout" Target="/ppt/slideLayouts/slideLayout1.xml" Id="R82974fe3f1c148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74fe3f1c148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a74688dba4847" /><Relationship Type="http://schemas.openxmlformats.org/officeDocument/2006/relationships/notesSlide" Target="/ppt/notesSlides/notesSlide1.xml" Id="Rb9a3ad40f6a94c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e8cbc4ada4e18" /><Relationship Type="http://schemas.openxmlformats.org/officeDocument/2006/relationships/notesSlide" Target="/ppt/notesSlides/notesSlide2.xml" Id="Rf1630c9cb1104c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3a52f16394d16" /><Relationship Type="http://schemas.openxmlformats.org/officeDocument/2006/relationships/notesSlide" Target="/ppt/notesSlides/notesSlide3.xml" Id="R40d040433e06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537bd1f314f20" /><Relationship Type="http://schemas.openxmlformats.org/officeDocument/2006/relationships/notesSlide" Target="/ppt/notesSlides/notesSlide4.xml" Id="Ree4fb4afb56641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83331d2ae426e" /><Relationship Type="http://schemas.openxmlformats.org/officeDocument/2006/relationships/notesSlide" Target="/ppt/notesSlides/notesSlide5.xml" Id="Re7fdaff23a1d4f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fb07c88874ff1" /><Relationship Type="http://schemas.openxmlformats.org/officeDocument/2006/relationships/notesSlide" Target="/ppt/notesSlides/notesSlide6.xml" Id="R9b5823d2fdc343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3c2b399a0424d" /><Relationship Type="http://schemas.openxmlformats.org/officeDocument/2006/relationships/notesSlide" Target="/ppt/notesSlides/notesSlide7.xml" Id="R4a9342027c2a48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fce1a98394fca" /><Relationship Type="http://schemas.openxmlformats.org/officeDocument/2006/relationships/notesSlide" Target="/ppt/notesSlides/notesSlide8.xml" Id="Ra755917ec2504d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1730ea6104bc0" /><Relationship Type="http://schemas.openxmlformats.org/officeDocument/2006/relationships/notesSlide" Target="/ppt/notesSlides/notesSlide9.xml" Id="R51d0a54847544e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b1ff36b6e4111" /><Relationship Type="http://schemas.openxmlformats.org/officeDocument/2006/relationships/notesSlide" Target="/ppt/notesSlides/notesSlide10.xml" Id="R973a16237ed34a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21a93843f4295" /><Relationship Type="http://schemas.openxmlformats.org/officeDocument/2006/relationships/notesSlide" Target="/ppt/notesSlides/notesSlide11.xml" Id="Re979f624c76347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e1cdf05534da2" /><Relationship Type="http://schemas.openxmlformats.org/officeDocument/2006/relationships/notesSlide" Target="/ppt/notesSlides/notesSlide12.xml" Id="R64a0e11091c94a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15f7eff424765" /><Relationship Type="http://schemas.openxmlformats.org/officeDocument/2006/relationships/notesSlide" Target="/ppt/notesSlides/notesSlide13.xml" Id="Red23e21526b749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22134505d49ad" /><Relationship Type="http://schemas.openxmlformats.org/officeDocument/2006/relationships/notesSlide" Target="/ppt/notesSlides/notesSlide14.xml" Id="R594052dfebe448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fb73cc76a44b3" /><Relationship Type="http://schemas.openxmlformats.org/officeDocument/2006/relationships/notesSlide" Target="/ppt/notesSlides/notesSlide15.xml" Id="R5a21e99b824540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0f459c36f456a" /><Relationship Type="http://schemas.openxmlformats.org/officeDocument/2006/relationships/notesSlide" Target="/ppt/notesSlides/notesSlide16.xml" Id="R7c63cb19181546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20401d6c04ba6" /><Relationship Type="http://schemas.openxmlformats.org/officeDocument/2006/relationships/notesSlide" Target="/ppt/notesSlides/notesSlide17.xml" Id="R8c434c20fcea40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104fb5d384dcb" /><Relationship Type="http://schemas.openxmlformats.org/officeDocument/2006/relationships/notesSlide" Target="/ppt/notesSlides/notesSlide18.xml" Id="R412fa03899564d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0f7765b074196" /><Relationship Type="http://schemas.openxmlformats.org/officeDocument/2006/relationships/notesSlide" Target="/ppt/notesSlides/notesSlide19.xml" Id="R1899bcad020743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beeb89d1c4dc5" /><Relationship Type="http://schemas.openxmlformats.org/officeDocument/2006/relationships/notesSlide" Target="/ppt/notesSlides/notesSlide20.xml" Id="R6a97b510faf14f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2b48af88c47b2" /><Relationship Type="http://schemas.openxmlformats.org/officeDocument/2006/relationships/notesSlide" Target="/ppt/notesSlides/notesSlide21.xml" Id="Rfa00cf87b95f45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ccc959dbe4c68" /><Relationship Type="http://schemas.openxmlformats.org/officeDocument/2006/relationships/notesSlide" Target="/ppt/notesSlides/notesSlide22.xml" Id="Re5507eea5e9b495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f964a430441c2" /><Relationship Type="http://schemas.openxmlformats.org/officeDocument/2006/relationships/notesSlide" Target="/ppt/notesSlides/notesSlide23.xml" Id="R4bc805eddd784a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8797174164dc0" /><Relationship Type="http://schemas.openxmlformats.org/officeDocument/2006/relationships/notesSlide" Target="/ppt/notesSlides/notesSlide24.xml" Id="R39321bf7273e4ec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cc2954b6e4bb4" /><Relationship Type="http://schemas.openxmlformats.org/officeDocument/2006/relationships/notesSlide" Target="/ppt/notesSlides/notesSlide25.xml" Id="Rf1f0ec774a64453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8e99ba3e94938" /><Relationship Type="http://schemas.openxmlformats.org/officeDocument/2006/relationships/notesSlide" Target="/ppt/notesSlides/notesSlide26.xml" Id="R8c463208da1a431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bc5b3102b42d7" /><Relationship Type="http://schemas.openxmlformats.org/officeDocument/2006/relationships/notesSlide" Target="/ppt/notesSlides/notesSlide27.xml" Id="R81aaf343cb3f4aa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90c8ec7d34c82" /><Relationship Type="http://schemas.openxmlformats.org/officeDocument/2006/relationships/notesSlide" Target="/ppt/notesSlides/notesSlide28.xml" Id="R4971cb4078684b8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baadbee394cbe" /><Relationship Type="http://schemas.openxmlformats.org/officeDocument/2006/relationships/notesSlide" Target="/ppt/notesSlides/notesSlide29.xml" Id="Ra3e171d446a84bd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1f1cb4e3b4d9c" /><Relationship Type="http://schemas.openxmlformats.org/officeDocument/2006/relationships/notesSlide" Target="/ppt/notesSlides/notesSlide30.xml" Id="Rf054d8952a1646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B8D8B-6C8F-4CDA-9280-13E07FDF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2E438-A3F3-4A79-BA31-4D366247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A8C8-3F23-40E1-A764-A23BDE70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迷你 Git（二）与 SSH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9EA6E-1FFA-4BA2-8BC7-AE8AF341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528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branch · checkout · 受限 merge ·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AB8A6-C23C-407F-B7E7-3441731C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把版本控制拆成看得见、能验证的小步骤。</a:t>
            </a:r>
          </a:p>
        </p:txBody>
      </p:sp>
    </p:spTree>
    <p:extLst>
      <p:ext uri="{BB962C8B-B14F-4D97-AF65-F5344CB8AC3E}">
        <p14:creationId xmlns:p14="http://schemas.microsoft.com/office/powerpoint/2010/main" val="2098889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33D1D-DF6E-4184-B0A2-C7F82EDB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7F142-BA2A-43B0-B405-91B15A5B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574EB-0403-400C-AB45-EC04D01F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今天有两条线：理解分支，使用真实远程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C95C9-4C58-4669-9F2E-3ABF297B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4F4C9-F1B1-4983-A7DF-7451A54A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先在迷你 Git 中理解指针；最后用真实 Git 推送课程源码。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EBA72-455A-41EB-932C-D039B0C1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0F721-1807-42CA-B6D5-CFF9D43F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迷你 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7D7B8-B13E-42C0-86F7-F24B3E12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实现 branch / checkout / 受限 merge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79EA6-0B9B-43E9-886B-F1302DA6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B1458-2D52-42D8-921C-3E382C32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真实 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26B26-743A-4D21-96C0-BDB3BD5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clone、add、commit、push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3E322-2AE3-4D06-8F79-4D392E09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51D6A-DFFD-4A66-ABA4-15A935DA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77398-21B4-4E89-BFFD-7DFB9D4C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用密钥安全地证明“你是谁”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FFB7B-E995-43EA-B6BD-D70353B2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FCA56-9AC7-4F04-B6B6-6E3B43BB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教师平台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DDB21-14EA-461F-B863-632D0F30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老师预先部署；学生不搭建平台</a:t>
            </a:r>
          </a:p>
        </p:txBody>
      </p:sp>
    </p:spTree>
    <p:extLst>
      <p:ext uri="{BB962C8B-B14F-4D97-AF65-F5344CB8AC3E}">
        <p14:creationId xmlns:p14="http://schemas.microsoft.com/office/powerpoint/2010/main" val="756854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5F959-5CA4-4D7C-961F-81362B1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57B6B-64C8-4397-BA5A-CD93FC04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B0862-089B-4591-A7BC-64552EAF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分支不是“复制整个项目”的概念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64C82-5761-4929-A861-47F48ABE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A0076-B507-42C2-8132-ACAA5D5B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它首先是一个名字，指向某个提交。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E8C55-876B-462A-892E-96356CB1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4555E-D404-478D-8584-A45EB78F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4CE19-FCA5-42A6-BD13-B6598EB1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当前所在分支 / 当前提交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0FC39-441C-44B4-877F-21A4C5DA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E7E58-0EB9-4E90-9C57-E4EF8211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D3C7D-ECBA-47FC-A1A3-63375790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默认分支，例如指向 0002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0D0BA-CF3D-48E2-B202-C88DDEED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D8449-6212-4D7F-9B0C-BEB915A1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feature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0C6F9-4D1E-4FCF-AB43-7AF5FB8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新分支，起初也指向 0002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9DE5D-DCF8-4E08-A07D-2557AB27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8995F-B334-4C7D-82A1-A15FD4E9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新提交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6DC27-82EE-4D55-96C8-C275DAC4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只移动当前分支的指针</a:t>
            </a:r>
          </a:p>
        </p:txBody>
      </p:sp>
    </p:spTree>
    <p:extLst>
      <p:ext uri="{BB962C8B-B14F-4D97-AF65-F5344CB8AC3E}">
        <p14:creationId xmlns:p14="http://schemas.microsoft.com/office/powerpoint/2010/main" val="2146260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E7D66-A66B-492E-BFBA-DFCBA204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5E261-2605-4454-A813-5EA495BD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第 6 讲 · 迷你 Git（一）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A2516-781C-473E-A86B-F0F774F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先用提交图理解分支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6ED82-5D06-481B-95A8-47A5DF07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9350E-5886-425C-AA50-38495EBF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C6412-AD1D-4194-B1E7-3F30DEE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03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7CDCB-7F2C-4EA0-AB61-3338B04B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7182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0001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B76A8-ABC9-4892-B510-34CD607F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385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初始笔记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31E8E-258C-4649-93AC-CFF84824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43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CA4BC-A4AC-479F-95FE-1B1FD64F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4E3D2-E001-44A9-8C10-4CE2BCFD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E2EE8-FB2C-41F1-8D2A-3C26DBEE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7182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0002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A7982-60A8-4523-8DE3-DD99E06A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385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添加记录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BE287-FC49-4075-A308-A8721CC4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143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260BA-8E25-4EE4-BA0D-0E2B7AB8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71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5"/>
          </a:solidFill>
          <a:ln xmlns:a="http://schemas.openxmlformats.org/drawingml/2006/main" w="9525">
            <a:solidFill>
              <a:srgbClr val="56A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3A842-279C-43C5-8F91-F0CFAD7D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03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8F722-4E54-4FD0-BFCD-061FE90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7182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AEBD0-064A-4ABB-AA19-0803B89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385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从 0002 开始实验</a:t>
            </a:r>
          </a:p>
        </p:txBody>
      </p:sp>
    </p:spTree>
    <p:extLst>
      <p:ext uri="{BB962C8B-B14F-4D97-AF65-F5344CB8AC3E}">
        <p14:creationId xmlns:p14="http://schemas.microsoft.com/office/powerpoint/2010/main" val="10090562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6F4D0-820F-4281-8251-64F84E0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DAC49-8650-4EE0-8B76-C8078539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D11AB-CD66-4864-A764-F562AC4F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本课的分支文件格式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5443F-FDF4-4F19-B2C3-B5E35894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381DB-1EF7-4A7B-ABFD-7E369D24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保留最简单的文本结构，方便你亲自查看。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74A3F-2DA4-41A7-9711-5C409B9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16DEC-6779-47B3-B53E-B9CB9E26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refs/main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982D9-7115-4A15-B2EC-3753ADA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内容：0002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85A85-78DD-43BB-B7B6-D74A81C6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16753-B287-453A-AF8B-D576AB0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refs/feature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DC72E-CE36-4561-AD09-3408D897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内容：0002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35266-958D-41BA-B51B-B270A346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F71C2-B916-4B29-8648-5115F8DB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62463-6937-4FC4-8FC7-C354C55C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内容：main（当前分支名）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60003-E4C7-4268-BF6B-E9559401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42103-6930-453B-845A-E92E0E55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CURRENT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2D615-5868-41D1-B648-DA3BBCA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checkout 后工作区来自 HEAD 指向的提交</a:t>
            </a:r>
          </a:p>
        </p:txBody>
      </p:sp>
    </p:spTree>
    <p:extLst>
      <p:ext uri="{BB962C8B-B14F-4D97-AF65-F5344CB8AC3E}">
        <p14:creationId xmlns:p14="http://schemas.microsoft.com/office/powerpoint/2010/main" val="1098020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BC86B-96FF-484C-BB68-83FFB9D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F41CB-E816-4CAB-B676-319F112D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836C6-7F18-4B49-A194-EAA3CD3D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创建 refs 目录：为分支名留位置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0B650-078F-48A9-A460-FBFD9C4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26051-4A46-4AB9-AE98-CDBD420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分支与提交历史分开保存，职责更清楚。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71C53-16F7-42D4-9B75-9FB08D9E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BE65A-7930-478A-A9C0-E51CC583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void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28F9B-A14A-4651-AA28-C9C81073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initRepo()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D837D-A6F3-4177-B990-7AF72A25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fs::create_directories(".minigit/refs");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08512-53C5-46A6-8363-69502BF8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std::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F43C0-A59F-4082-BD05-6D650EB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3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ofstream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48DCD-09A1-4DC4-917A-17C69B41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mainRef(".minigit/refs/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D7C83-EAD8-41E3-AFE6-7490255E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993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05C76-E00D-4C33-BE1C-354A2527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23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");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AC755-3938-4C6D-AEF7-B9514143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mainRef &lt;&lt; 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BBBD6-5881-48EF-B26E-D9FF05E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30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8C6C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78C6C"/>
                </a:solidFill>
                <a:latin typeface="Menlo"/>
                <a:ea typeface="Menlo"/>
                <a:cs typeface="Menlo"/>
              </a:rPr>
              <a:t>0000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AF0E7-2390-403A-8F4D-BFD8FCA4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\n";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B1CF0-8F7B-44FF-9004-3A351DAB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std::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51FF4-6DC4-43EF-A97A-9155C39F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3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ofstream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AE0AF-FBED-417C-89E5-DBC4D29E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head(".minigit/HEAD");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367CD-FFCE-49CF-9869-DBF62C90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head &lt;&lt; 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D19DF-71B2-4899-B928-9D00AA82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83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main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84FB8-F801-4DD4-8957-733F418F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\n";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B5878-18AE-4EBC-B479-E4748AB5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E58CD-10CB-4213-9F75-E059813D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3C3C3-A9FD-4384-BF22-4702B352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refs 保存“分支名 → 提交编号”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5904F-19E2-49C3-99C4-D1806A4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0A55F1-AA7F-4BC2-86C2-6C9849A8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HEAD 不再直接存编号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A9B90-2D06-4C9D-92C5-1E68588D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E7B68D-F322-4301-B10B-7030AC3D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空仓库的 main 指向 0000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D4049C-6B51-4099-8039-4C0E4BFF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599C8E-EE96-44CA-B18E-AC06BC2C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这是比第 6 讲更接近真实 Git 的模型</a:t>
            </a:r>
          </a:p>
        </p:txBody>
      </p:sp>
    </p:spTree>
    <p:extLst>
      <p:ext uri="{BB962C8B-B14F-4D97-AF65-F5344CB8AC3E}">
        <p14:creationId xmlns:p14="http://schemas.microsoft.com/office/powerpoint/2010/main" val="1503336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551612-5E5F-42D2-B6DD-9A3D7BAF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D5BA1-A23D-409C-9E3D-AD20B20A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5D191-7B32-43E5-B5DC-D79435EA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读取当前分支与它指向的提交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C353C-57E3-473F-BEAC-D71F6896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D8818-0028-4C6B-A98B-41B4C64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把“当前分支”封装起来，后续 commit 不用猜。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7BB56-651D-43D3-9FF5-C6B0DBD3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182F5-C9C6-4B1E-8F05-966C93D3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E4907-81AF-43C1-AD43-B6777DA4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readText(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3970A-6D45-4E76-9D57-7A51982F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52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const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EEC2F-7B3C-43A2-B1DF-A4D9DB07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058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78966-31FD-487B-8735-5E2EF56A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165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7B7BD-7284-47C5-A2BD-1FE61288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81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&amp; path)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A43C5-73C2-4FDD-BB24-00DB3FF4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std::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8511C-3235-4A7E-81F1-3B56387C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3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ifstream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1FAB9-442A-4175-9054-E620B8AB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in(path);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88498-76F7-40D3-8B05-0971437D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9EC8D-4C6D-4B5A-BFEC-CAC8A70A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0BC46-658F-45F2-BDE8-3470FEDA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value;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8FA85-E60D-433D-92A9-45AD1F1B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in &gt;&gt; value;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94D51-D33C-4B68-917B-6224C420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AE6E9-546A-4229-BDB5-E3C571A7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E7C6CB-97EC-4F60-947B-6C8FBC45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value;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4CD022-35FD-4B7C-86EB-A77E711D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12008-080D-43E4-9815-DFE682B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DCB78-834A-4740-BBA2-6FB62C01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43910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currentBranch() {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D2206-B9B4-44A4-9E1A-B83E639F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08181-26D3-4A6C-8EDA-39B753F8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0B102-F823-4DEE-B968-57585EB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readText(".minigit/HEAD");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B5C052-F900-41DF-8E7D-BD85CCA8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1BB64-8AF5-4A02-8488-29B56D48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09EA9-34B8-4CA0-93EE-81531202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一个小函数服务多处读取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8DAB6C-678B-4924-83D7-C64B2BF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356BC-EE06-4EAE-9E9E-05AE525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读取失败时 value 会为空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43C7A-D4DF-430E-8157-7640F27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E7F95E-821E-490D-B50E-F3F7CC61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正式项目应增加文件打开检查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D967D5-EBCF-40A4-83D0-4CE26021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74726-BFD7-462F-8C6A-64AD201B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HEAD 返回的是分支名，例如 main</a:t>
            </a:r>
          </a:p>
        </p:txBody>
      </p:sp>
    </p:spTree>
    <p:extLst>
      <p:ext uri="{BB962C8B-B14F-4D97-AF65-F5344CB8AC3E}">
        <p14:creationId xmlns:p14="http://schemas.microsoft.com/office/powerpoint/2010/main" val="262183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3EF04C-154A-4CA9-B01E-32245E46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83D87-8573-461D-B6CB-00D7215D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0AB68-5D73-480A-BA71-AB726AB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branch：新名字指向当前提交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55231-690A-4319-B40C-FB254641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65185-E9E9-441D-813F-35554536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创建分支不会复制 commits 目录。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A95BE-1EAF-4686-8C68-ED2B375F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A0C65-0FF1-43CD-859B-34C2A179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void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7B75F-DCA8-457C-8D5B-5AFF7E8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createBranch(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5BBA0-AC95-454C-8090-26FF7B25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const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CBB76-B688-4741-961E-1E4AA332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273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07815-1B53-4F8E-BCD6-85606FC6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8A4D7-7026-48B7-B517-7B8B93F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&amp; name)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65960-F29B-48DF-9C37-30BC674F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A5935-833F-410E-B403-63370DA5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E9BB8-5ADD-4E94-93A6-E2DB4C53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ref = ".minigit/refs/" + name;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C6C4F-36EF-4FE6-A9C1-DDA15DE3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70493-510D-41D2-ABB8-96D4C1A7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if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63802-9101-499E-9491-D6E8C679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(fs::exists(ref)) {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AF1C5-DFEC-4C4E-AA48-386AC1C9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cout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04010-41C6-4B02-AEE0-AEC923A5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918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"分支已存在\n";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444AD-B349-4F2F-A29B-446948C5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9B508-51E7-458E-ADCA-D12E4AE7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; 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0F964-8BB9-4E5F-AF4A-75CA250C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std::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8CA8E-CC2B-4C56-9A5D-7ED2ABEB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3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ofstream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F7298-ACF8-4EDC-A25B-DB3EBE54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out(ref);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01B804-09AC-4B47-9D55-50F7DFB9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out &lt;&lt; readBranchHead(currentBranch()) &lt;&lt; "\n";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AC949-8939-4E15-B99D-7ACD90EA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BFA14-F9A1-42D7-93BB-BE0FA8C5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cout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C495F2-FE10-485F-A51E-CB591838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3E48BF-5E8B-4265-9E79-B9449037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"已创建分支 "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9A934-2097-4BA8-AA84-AA0275FE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name &lt;&lt; 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465E39-2C9E-47E8-85B1-FBF541C2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endl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EB5CA3-00BB-4E07-B1E7-4484D904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45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8351A3-620C-40E8-A1C8-B45734E8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E2D47-43B9-4E05-8201-16D0506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8CB36E-9374-4C5D-8B95-9E60EC47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新分支从当前提交起步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B29672-7A9A-4CBA-BF41-B8A897F5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EAA2BD-ACCB-41AB-BC83-50A7A529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同名分支必须拒绝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96DEB6-8613-43C1-95C0-2A4CD81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A32894-7E6A-41DD-AAF7-E1619112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分支名先限制为简单单词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F8636B-8CA5-486C-9A45-585BCBB9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CF54C9-4D53-477B-B06B-A909789D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提交快照没有被复制</a:t>
            </a:r>
          </a:p>
        </p:txBody>
      </p:sp>
    </p:spTree>
    <p:extLst>
      <p:ext uri="{BB962C8B-B14F-4D97-AF65-F5344CB8AC3E}">
        <p14:creationId xmlns:p14="http://schemas.microsoft.com/office/powerpoint/2010/main" val="1800059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15E14-106A-41C5-828E-48CE1649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11DFB-6FE3-474F-B939-78D885C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6B135-E5D8-4C04-8274-95FB6D51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检查点：创建 feature 分支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AD78A-98B0-462B-8635-EE5D2BC1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9925D-CA8A-4866-9088-51B10E2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14182-BE11-4818-A7C8-659CF199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动手完成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0F8D3-555A-4868-850D-D63FA5F0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在 main 的 0002 上创建 feature，并检查两个 ref 文件。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C04B4-107F-43D4-8C9A-C924C231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305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5"/>
          </a:solidFill>
          <a:ln xmlns:a="http://schemas.openxmlformats.org/drawingml/2006/main" w="9525">
            <a:solidFill>
              <a:srgbClr val="56A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15019-989A-4247-B1E4-CF9F2958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验收条件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ECE59-1D81-4428-9719-8CE72A4A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81E3B-2375-4693-B51B-7DD7F86E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refs/main 与 refs/feature 都存在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ED4F3-4AB2-4FBA-853F-152FFF36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E9204-33FD-4E13-B2A4-98F6F712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813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二者最初内容相同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CF208-AD8D-404B-8CB0-9D072A6E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86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2061D-3509-42E4-89D6-0D2A05AF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005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commits 目录数量没有增加</a:t>
            </a:r>
          </a:p>
        </p:txBody>
      </p:sp>
    </p:spTree>
    <p:extLst>
      <p:ext uri="{BB962C8B-B14F-4D97-AF65-F5344CB8AC3E}">
        <p14:creationId xmlns:p14="http://schemas.microsoft.com/office/powerpoint/2010/main" val="979558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38845-B353-471F-96CF-FE250ED8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B426A-C679-4028-AC48-043DE37B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32F01-ED9C-482A-925E-EB16E10E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checkout 的本质：切换“视角”和工作区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661D8-9890-4CB5-A596-9022148D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C461D-3227-4443-9E67-4E007045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切换分支时，要把目标提交的快照恢复到工作区。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AB546-E40A-42E3-BDDF-9332E67C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D1E65-1E94-447F-A23F-4ABF55A2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读目标分支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505EF-B52C-40F3-9BDC-F6C78A7C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得到目标提交编号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1280C-5A2C-4FB0-A436-052691FB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9280B-D20E-42D5-8FB1-788960CC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检查暂存区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E5376-663C-414F-8A35-1CC5024D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有未提交内容就拒绝切换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DA1E9-51FE-4E9D-96FF-E259B00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2C571-EC4C-4EA5-838D-2849AAF5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恢复文件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C2543-504D-4096-A088-1A54E5B2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把 commits/id 的文件复制回工作区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832CB-E0AE-40D0-8FB5-3FE6D513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91A57-4942-4F51-84BA-C185C2EB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更新 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177FD-6450-4DAC-9CB3-EFAB6263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之后 commit 移动新分支</a:t>
            </a:r>
          </a:p>
        </p:txBody>
      </p:sp>
    </p:spTree>
    <p:extLst>
      <p:ext uri="{BB962C8B-B14F-4D97-AF65-F5344CB8AC3E}">
        <p14:creationId xmlns:p14="http://schemas.microsoft.com/office/powerpoint/2010/main" val="2126130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003083-AE57-4FAC-818D-B92FBBF3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54B4A-11C1-48C5-AA6F-449CCCFC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D7413-17AC-49F7-83B2-5A44E476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checkout 前：拒绝未提交的暂存内容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904A0-9624-407C-8F4E-FD93C904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9A1C8-2F17-4C4A-A082-A3014B7E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初学版本先不处理复杂的工作区差异。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83306-C620-4A04-B903-2830642B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31D5D-8FE2-409F-9B8A-B7EA9D77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bool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911BF-5916-42EC-B31A-DDC41DAD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canCheckout()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F495D-1F18-4741-9EB9-D7B02408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0ABB7-7C15-4E44-B4A7-6D641560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0F3E0-B704-4B89-98F3-E9F8CDE0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(!stageEmpty()) 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26BA0-684E-40CF-BEA7-FCAC8DBF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8F544-756D-4E1B-81F7-50AEF0AA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cout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12238-B9C1-4701-9B11-BD563AF6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"暂存区非空，请先提交或清理\n";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F05FC-CC52-4CE6-B413-0DA7B5F0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 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C09D6-3BCB-4E2B-9C8B-882B985B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CCA0F-120B-4FC0-BB14-FF2D058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false;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B51D6-5D1C-4919-9557-361AF8FF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B8174-A8F4-43BD-9B4B-187E2419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EF929-ED2C-4B8C-B87E-6AC168F9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B98D2-CC35-412D-9FD9-F0FC3371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true;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7A28B-EFB6-4C36-A01C-29298F83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E5F05-1DA6-4CD3-8BF8-8849046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62E94-0EDE-47F2-9BAA-D7406200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这是一条有意的限制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80153-259F-44E5-945E-4105F527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CBF11-0E5E-4DA5-BC3E-691FE84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避免切换时丢掉准备提交的内容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AC6A5-E8A5-4AE5-B7DF-ECAC2821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81152-B0DE-4764-B243-11BA7A4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真实 Git 还检查工作区修改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A65B36-BBB3-4230-B850-E8B95D6E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508806-CA7B-4843-AB18-4BCF610D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先保证行为可预测</a:t>
            </a:r>
          </a:p>
        </p:txBody>
      </p:sp>
    </p:spTree>
    <p:extLst>
      <p:ext uri="{BB962C8B-B14F-4D97-AF65-F5344CB8AC3E}">
        <p14:creationId xmlns:p14="http://schemas.microsoft.com/office/powerpoint/2010/main" val="1131492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F0249E-45F5-4AE5-BD3A-57AF4587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6B341-C56D-47FD-88A8-4F41A540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D4EA9-373E-4499-8AB3-CB0EA07C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checkout：从快照恢复工作区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E5E4C-6210-426D-819B-86CB606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38F64-5E28-4A29-86C1-7F2DCEE1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本课只恢复课程指定的 data/ 目录，避免误删其他文件。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DFCDE-BCBF-4940-B3A2-16563304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37E1A-9D09-4520-BBCC-D4A7717C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void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66291-02ED-4646-9EDF-498E3E84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checkout(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81BF2-D7B3-4617-96F4-99E0E11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305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const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2F2C4-650B-4258-A2F8-669D24DA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843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FFCCC-AB23-4ED3-9249-611424DE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09A7C-8028-463F-936A-C9FB1B4A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595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&amp; branch)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D5D59-09B4-4F8C-AE9B-6455557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C7ED4-AE39-4DBF-9709-988F84D4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if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C63CF-0656-4C80-B6C1-37241F9E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(!canCheckout())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C88F7-D6A2-41E5-907D-231C9F28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165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45B05-D2A9-4CDE-B75B-104CA79C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81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B7FC8-9353-483F-959A-CF3CD369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198D3-1EF2-4A3B-9AD1-11DC814B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EC404-3AA3-48D5-8B02-722C570E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id = readBranchHead(branch);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88E33-08C7-439B-9094-9DB7DA5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fs::remove_all(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D9B64-B7F8-4D3A-9C8E-075A624A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628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"data"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2C192-3ECB-4C42-9EE1-6C447A30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273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);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63AE0-BAAE-49C9-BF7D-99F067E6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fs::create_directories(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42EF2-6DFC-43C5-92F8-20668002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"data"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EB86D6-0FDD-4CD6-AD87-E8AD179E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133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);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CB11E8-DF5A-40A3-BA84-35FFF2DF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fs::copy(".minigit/commits/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BE24CF-E731-45FF-855D-B21344E5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918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 + id + "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361E8-A59B-488D-A742-544CECA3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993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/data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808A2-A325-4E76-87E1-3077857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", "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E8E020-8637-4B8B-9147-D7491FC0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data",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62112-F7FF-4C38-A903-10FFDAE1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         fs::copy_options::recursive);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96C51-3932-4777-AD48-838EAD88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writeText(".minigit/HEAD", branch);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90CF6B-C334-48DE-9B17-651315BA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C47FEC-492A-47D7-A161-4202BFE1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1835BA-99C1-4B48-82B3-056EF3CA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明确 data 是受控工作区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DF85BD-B4F1-4321-83A7-DD7FEE50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6B832A-AA75-43D1-9832-ECC0298B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remove_all 绝不作用于整个项目根目录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AFA4B5-8960-46E9-8DA8-4DBBEF91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0B59CB-4586-4A80-AEC4-7A54B2A6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复制目标来自已有提交快照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933137-6904-4DC9-828E-7D2212D8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781CD7-2381-4CDC-AA05-093CA8CB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恢复后再更新 HEAD</a:t>
            </a:r>
          </a:p>
        </p:txBody>
      </p:sp>
    </p:spTree>
    <p:extLst>
      <p:ext uri="{BB962C8B-B14F-4D97-AF65-F5344CB8AC3E}">
        <p14:creationId xmlns:p14="http://schemas.microsoft.com/office/powerpoint/2010/main" val="6113030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EA7DA-3E33-4FF4-ABC7-9BE0F477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E5B96-9BC7-4754-BB76-EDED6D01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8ED09-E136-4F2B-A481-08950046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commit 要移动“当前分支”而非 HEAD 编号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298FD-F865-4EA0-A241-F7E1807F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8100A-F35B-4D26-B243-EFB3167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提交成功后，只更新当前分支的 ref 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B3B8A-6109-4C6D-A16A-FD34F281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1B652-9B53-4A46-A52C-D8F4DAC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299C3-DCA0-4F10-BBC9-F0DB78D4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branch = currentBranch();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7E1BC-EAEC-4993-A39D-7EB1A02C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E72C4-964C-473B-9E9E-EAE56278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ref = ".minigit/refs/" + branch;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4CBAA-D9C8-4E3D-B213-D7352D18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E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5738E"/>
                </a:solidFill>
                <a:latin typeface="Menlo"/>
                <a:ea typeface="Menlo"/>
                <a:cs typeface="Menlo"/>
              </a:rPr>
              <a:t>// 快照复制成功后：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FB60A-EE9D-4BB8-B3EB-E1A8A076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writeText(ref, newId);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12AED-6C1E-41EF-A268-D96D548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appendHistory(newId, branch, message);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9B606-AD81-4439-9A77-93DADDAA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159A7-EBF7-49E2-AD95-9BF7474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main 上提交只推进 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FECE1-B779-43B8-B956-092A1D9A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1221B-4D92-4D8C-8660-D2647D61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feature 上提交只推进 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A8F5D-2D8A-4A29-843B-5BAFD722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3469E-5902-4F5E-80DC-366DDC3C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HEAD 始终只是当前分支名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34487-469C-43AE-BDDA-CC67C871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3D2F2-8250-481B-958B-92310DC4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这就是分支各自演化的原因</a:t>
            </a:r>
          </a:p>
        </p:txBody>
      </p:sp>
    </p:spTree>
    <p:extLst>
      <p:ext uri="{BB962C8B-B14F-4D97-AF65-F5344CB8AC3E}">
        <p14:creationId xmlns:p14="http://schemas.microsoft.com/office/powerpoint/2010/main" val="5026558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FCC87-7D01-4E31-A2B1-4A1DEEF3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F4DDC-AED4-41DC-93D3-054AFAB0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40434-A688-45B4-8981-447D4C7F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一次分支实验：提交图会怎样变化？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ACD3C-57AF-432C-BE93-E6820F79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411AC-AE99-407A-9F15-13323995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先预测，再运行命令验证。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D4064-D6F7-4A96-ADF4-24F2D658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EACE4-0AE1-4263-8A13-DCD46B88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起点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24E87-FB4E-477C-9DEE-CC58DF6B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main → 0002，feature → 0002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0606E-C2C6-4378-A333-EBF8E065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19FAF-FDB2-4473-87DF-9C79D6F3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EAFEE-FE72-46DC-8932-E795C95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checkout feature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B0BCF-6EC6-4534-A498-CEBB5B9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1BA18-98A8-48D6-A7AC-12D3B5F3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提交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8DA58-C984-4893-8073-F75669B7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feature → 0003，main 仍为 0002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4C063-EBCF-4F9C-A956-A4F4D4BF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10938-44F2-42B4-A188-E1CF37D7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返回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5841A-0813-407F-A117-CF884FA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checkout main，工作区回到 0002</a:t>
            </a:r>
          </a:p>
        </p:txBody>
      </p:sp>
    </p:spTree>
    <p:extLst>
      <p:ext uri="{BB962C8B-B14F-4D97-AF65-F5344CB8AC3E}">
        <p14:creationId xmlns:p14="http://schemas.microsoft.com/office/powerpoint/2010/main" val="8277130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B0273-27CB-450E-BB58-EDAC8492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3DD0B-A0A2-42AC-9B69-FAA5142A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FEE7E-FB08-4A18-BE03-50D2B13A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练习：两条历史分别前进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40BFA-A8E4-4C2F-8A69-0181E92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4AD17-ED76-4EAC-817F-709897EF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C01B4-7F31-4795-8CB8-654C31FA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动手完成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7AF90-6A74-4AF5-8ACE-FC57EEE0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在 feature 修改 data/note.txt 并提交；再回到 main 检查内容。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A0558-AB6D-4572-95F3-D1DE9186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305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5"/>
          </a:solidFill>
          <a:ln xmlns:a="http://schemas.openxmlformats.org/drawingml/2006/main" w="9525">
            <a:solidFill>
              <a:srgbClr val="56A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9D45A-FBFF-43C4-9869-7B5C006A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验收条件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76B56-0D65-484B-8AF8-10E3CA46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055AA-C04C-4638-955C-9F861AE9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feature 指向新提交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539E1-9E42-44D9-AC02-E0D29DF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B67B2-B804-4EE5-BE6C-311EB28D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813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main 仍指向旧提交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61E27-0B2D-4671-B893-D01158CE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86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5B4D6-289C-4950-A4D6-23FFFD78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005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checkout 后 data/note.txt 内容发生变化</a:t>
            </a:r>
          </a:p>
        </p:txBody>
      </p:sp>
    </p:spTree>
    <p:extLst>
      <p:ext uri="{BB962C8B-B14F-4D97-AF65-F5344CB8AC3E}">
        <p14:creationId xmlns:p14="http://schemas.microsoft.com/office/powerpoint/2010/main" val="12234930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CD0FF-D7C7-4E8E-AF05-DAB138C5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392DF-AB7E-44B8-8CAA-E3F5DB9F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FE446-F9E3-4A24-8796-6E6EB5B9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merge 之前先定义边界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F3649-B981-40C4-A16D-2F2DA725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7E242-ABE0-49C5-BC6C-99088EE5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“合并”不是把两个文件夹硬拼；它需要共同祖先与冲突策略。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47E0B-11A9-49A3-BC95-3CA94C96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ECA28-A6D0-4585-B4A1-7FE3622F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共同祖先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BF045-83A2-46AA-A523-1B211482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两个分支分开前的最后一次提交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DE671-57D5-4078-8597-17A854A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C60F9-BADD-42E9-AB8F-33978C07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快进合并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5E6A2-1944-4B2C-87C8-2CB56C7D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目标分支没有新提交，只移动指针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A2C4A-3426-4994-9281-C895C04C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14B30-AD50-4745-87BD-494AE83F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三方合并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84E1E-FD5D-413F-9BA0-BCF92626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比较祖先、当前、来源三份内容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64DB9-E4AA-4843-ADAD-DED6F95F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A2B86-3260-402C-8B3C-0040A0E2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冲突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22B82-F1E7-481A-A061-9F323498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同一部分被双方不同方式修改</a:t>
            </a:r>
          </a:p>
        </p:txBody>
      </p:sp>
    </p:spTree>
    <p:extLst>
      <p:ext uri="{BB962C8B-B14F-4D97-AF65-F5344CB8AC3E}">
        <p14:creationId xmlns:p14="http://schemas.microsoft.com/office/powerpoint/2010/main" val="11678544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14E42-3344-4281-9183-82DFEB59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474F6-6606-40A0-BD8A-237885DD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E9650-5953-4290-9E0A-A0F6CB10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本课只实现 fast-forward merge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70AEB-8B5B-44D1-8218-A8271335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DADBF-FD46-464D-9D97-469129F0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这不是偷懒，而是让规则可验证、不会静默覆盖。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ECB46-820B-4F39-B650-D12D421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371C7-F262-4537-8C78-FB66C3F7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允许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ED967-8A95-4258-BFBC-4FD7932E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当前分支仍指向来源分支的祖先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41757-A1BC-44B3-A654-BCD32973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460FE-1571-4D36-97CF-D2E2D790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A3634-028E-40A4-89BD-0833980D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当前分支 ref 直接改为来源的提交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FA54E-C097-47CC-BCCE-AF74427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F8F03-4661-4C84-BC7C-4089BCAB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拒绝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AE426-CBC1-40BE-BED5-65F7A7B7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当前分支已经独立提交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27CEC-5E52-4BF9-9E5D-E9FE38D1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8226A-7FE6-4A82-945F-473CF79A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提示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CCC80-DAEF-4B60-930D-6817AB56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明确说“需要人工处理冲突/分叉”</a:t>
            </a:r>
          </a:p>
        </p:txBody>
      </p:sp>
    </p:spTree>
    <p:extLst>
      <p:ext uri="{BB962C8B-B14F-4D97-AF65-F5344CB8AC3E}">
        <p14:creationId xmlns:p14="http://schemas.microsoft.com/office/powerpoint/2010/main" val="15178561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02D47A-F2CD-4D20-B543-C89BF2C6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B3635-4B4E-4145-9CA3-7B8AFFE7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53D28-A629-4AEC-BAF1-1D477A44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判断 fast-forward 的简化前提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4095E-1303-428D-8F32-7D987AD4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C0ACB-AD61-4766-83E9-AF487097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我们的 history 每条记录保留 parent 字段。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376F3-1C6A-469A-B6CD-19DBFD60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A3C22-64F4-4986-B775-34D808CF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E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5738E"/>
                </a:solidFill>
                <a:latin typeface="Menlo"/>
                <a:ea typeface="Menlo"/>
                <a:cs typeface="Menlo"/>
              </a:rPr>
              <a:t>// commits/0003/meta.txt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1C445-BD36-4B86-84E2-6B7224D3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E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5738E"/>
                </a:solidFill>
                <a:latin typeface="Menlo"/>
                <a:ea typeface="Menlo"/>
                <a:cs typeface="Menlo"/>
              </a:rPr>
              <a:t>// parent=0002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00078-54C1-40AF-84F3-92C9BA46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bool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0B47A-8479-4FCC-844D-7F990251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isAncestor(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F4F96-0E07-4DAA-ABB3-562C7566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52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21052-E1D0-4E93-8EDF-E02AC7D9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16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oldId,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3A132-FAAE-4A07-BC59-988DF864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A3C44-8A6B-4A64-B0FE-2E763B05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newId) {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45974-36D4-41C8-AB49-1DC95B81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4FDCC-F591-461D-8762-0C4DDF36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while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4DC5A-3888-47DD-A43D-47609660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3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(newId !=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0B459-0784-413D-A5DD-C85360EF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"0000"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3ECA5-96B8-4D1D-98D4-ED3D22EB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) {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80136-E3ED-4EB8-9C6A-B3E763B0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 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C76C2-ABE1-43E7-9B6F-978B0E6B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if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90574-C6E9-4487-A3CE-DED88C85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(newId == oldId) 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3806E-2DA1-4013-987D-82C3CBCC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FAE5B3-229A-430F-9A20-356CCC69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true;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0CE8E-CE5C-4572-BCA2-FBCE5F72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  newId = readParent(newId);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8EFF44-F1B3-45FD-A7AF-C15BAAB1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953ED-A93D-48AE-BFDE-0011C748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988B4-58D9-480F-81E6-7EAA7C81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7C526D-4123-41E5-86DC-54A20FE3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oldId == 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5FBEE5-5255-4325-ACAD-AF5E184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"0000"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17D89-905B-4FF1-A461-38372665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23882D-5A1A-4B03-8E0C-489269F7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5AFD48-D924-43DD-8C9F-6AAB5211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A31259-60D2-4978-8F78-6EB5D2AF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每次提交记录 parent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BC2A2C-2EA9-4489-AFA3-96813B10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B597F8-2FA7-4D18-B17D-EE7043E2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沿来源提交不断回溯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77BA22-9785-49D3-B5B6-24055B1B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45CE97-177A-4C5A-BC65-5701551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找到当前提交表示可快进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F0195F-42F5-4ED5-A18C-186DCC42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AE93C5-9D0D-4EBF-8CAD-8535E00C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这是单父提交链的简化模型</a:t>
            </a:r>
          </a:p>
        </p:txBody>
      </p:sp>
    </p:spTree>
    <p:extLst>
      <p:ext uri="{BB962C8B-B14F-4D97-AF65-F5344CB8AC3E}">
        <p14:creationId xmlns:p14="http://schemas.microsoft.com/office/powerpoint/2010/main" val="16584624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EA2AE6-F96E-4C9D-97AF-BC8DDFAF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72B6E-E855-497C-A8EE-EAE69A01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C7D20-EAF9-4700-B630-3AA94060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受限 merge：只移动指针，再 checkout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C4917-DD25-4694-9650-21F35D00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68C76-DA8B-4189-BE0C-DAB28243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快进时没有新快照，也没有内容冲突。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82272-F4DA-45A3-8154-F569237A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C3C1A-CA45-4312-A7B0-3242AEA1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void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23596-8ADC-4F74-90F4-71B601D8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merge(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53744-4833-416A-9918-F36BC45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83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const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AB67-6B5C-4BCC-835E-AAF8C158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52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50691-913F-4108-AD94-0747F2F5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628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EB5CF-D1F1-4E8B-9228-8CD59B1F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273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&amp; source)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6FEFF-4759-49D9-8281-571A576A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2EA79-278D-48CB-A2A4-115592E2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A7CA1-437C-4529-AAA0-0999EC4E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target = currentBranch();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B22BB-92F4-4631-B3B4-D9CDF663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FDCBA-FF85-48CD-866A-5C332B16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37055-B723-4922-AD9E-DB7F0DBC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a = readBranchHead(target);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5DC3E-1721-47C5-ADF9-68C2A05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2F80B-E516-46DD-AA6C-727D0ACF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AB496-4A14-4358-953C-57E06BCD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b = readBranchHead(source);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9AB9D-D0E1-477A-BCF6-E9CB3742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1C1E0-CDD4-4A4F-A225-07FD4069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if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3CEEE-312E-4ECA-AEC8-43C6E9DA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(!isAncestor(a, b)) {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7D5F4E-C7B1-4235-BD06-56A63D58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  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30348-40D4-4A4C-AB02-91F19FD3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cout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EDEF8-ADD2-4AF9-8F7F-6D8725FB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"不能自动合并：分支已分叉\n"; 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2FAB3-1D96-4741-8C29-1055879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515BE8-4A47-4D2C-AB77-89655E61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48D67B-823A-4E86-9AE1-F56CE481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AA1FD2-7BD7-412E-ABD6-0FAE6234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writeText(".minigit/refs/" + target, b);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EC617-414C-4B20-A720-2E329E5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checkout(target);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CB8DBD-FABD-4648-A73E-D539F79D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679BCF-97F9-4DA0-9A2E-C392553C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FCA687-BC9A-47FF-8E2C-74D66CE4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a 是当前分支提交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F41F12-2E7C-4878-BBFE-1BFA740D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76CA24-EAE3-4205-A359-BDC721C4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b 是来源分支提交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F6A25C-9D63-40D3-BFFD-6A1492E6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7C5509-D684-4C24-9D30-2D0A4C2A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只允许 a 是 b 的祖先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BBCC33-D821-4718-87FC-08534A04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C33CAC-0334-4F8D-B702-99E89462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checkout 负责恢复工作区</a:t>
            </a:r>
          </a:p>
        </p:txBody>
      </p:sp>
    </p:spTree>
    <p:extLst>
      <p:ext uri="{BB962C8B-B14F-4D97-AF65-F5344CB8AC3E}">
        <p14:creationId xmlns:p14="http://schemas.microsoft.com/office/powerpoint/2010/main" val="8830295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8D4D4B-A113-40E3-9AC8-8105D09C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ACD92-3F33-4161-AB9D-1AB190AF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60902-FB2A-4F55-9BF0-52DFFF56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不能自动合并时，给出安全提示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3EB4B-AE23-4302-A5E2-78210FBC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CFF6B-20F3-4654-9583-DF6F22D4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宁可拒绝，也不擅自选择哪一份内容覆盖。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58BFB-1F02-4B26-8465-6BFFEC1E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7B907-7990-48EC-AD9D-9465BFDA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0FC1B-C2ED-47B1-9CB1-53D6093E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(!isAncestor(a, b))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DEB72-9780-46FE-AC72-2983A338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A9A63-232A-4CBC-A416-322090E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cout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EDE61-5ADE-4F79-93CB-AEF45A0C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757F6-F90D-4D8F-B18A-BAC4894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"需要人工合并："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CECB3-FC6A-43EB-8CA4-9AE9D7C3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843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DC0C7-2E0F-47AD-938F-07329E02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273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endl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D5913-F2E7-4BD8-933E-815D8FD7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703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50BCF-AEC4-4E4C-9BF0-AF000E3D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56B6C-1E17-4058-84DD-7B3B59E7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cout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097EB-E38C-4DE9-AA3A-0AB886C0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2AD33-B4E0-41A4-9B8E-3E2EA5C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"当前分支与 "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11895-17C4-4EA1-BA96-3478A7FE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source &lt;&lt;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1F81B-9D1E-4672-90A5-015671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 都有新提交。"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59EE9-6AD8-4578-B054-58CC96C3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208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656C2-1565-4CA8-A6D8-49DEE3F8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638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endl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EBB8A-EA11-479D-862F-0015FFFE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068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825DF5-13CD-4E15-A5ED-8DBAF063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EB6F0-2410-4596-8C91-6C682109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cout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162F5-0674-42E1-8BF3-D333E2D0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17DCB-0F65-42AC-9185-99F60E6D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"请比较两个提交的 data/ 内容。"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C9E9F4-37B7-4817-BE36-03D4ACF8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&lt;&lt; 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4162C-4337-4BE1-B57C-150FE110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45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endl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3DA381-F622-4E6A-B874-10003DC3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885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BEEE3-416B-423B-9DDD-ED10213E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8F7C0-65EA-4F89-9D78-6544F56E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92E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792EA"/>
                </a:solidFill>
                <a:latin typeface="Menlo"/>
                <a:ea typeface="Menlo"/>
                <a:cs typeface="Menlo"/>
              </a:rPr>
              <a:t>return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A20178-D8C0-4923-9852-A592093A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24A431-E242-4A58-8671-E393D77F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5EBF50-4E96-4D43-9600-D90B38B3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CA61B-D957-4978-9778-406DCDAC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不要自动选择“最新文件”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69F812-D2D3-47CA-AB02-7572899E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C3A255-2ECC-42E9-A898-A97638D4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不要覆盖工作区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BD2C14-979D-4451-BECF-82A67279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D54711-BD32-4A75-8B88-F236B97A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告诉学生下一步看什么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509C2D-A589-4136-9B8B-E1A0AC37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1D5B26-216F-4A14-99B9-4EAF44DE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真实 Git 有三方合并与冲突标记</a:t>
            </a:r>
          </a:p>
        </p:txBody>
      </p:sp>
    </p:spTree>
    <p:extLst>
      <p:ext uri="{BB962C8B-B14F-4D97-AF65-F5344CB8AC3E}">
        <p14:creationId xmlns:p14="http://schemas.microsoft.com/office/powerpoint/2010/main" val="18409045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0271C-307D-4EE5-ADA1-577A5C87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F0EF7-240A-427C-A940-F65174E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4C6D7-3902-4A50-A072-0F4CC38C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验收：做一次可快进合并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0345B-327E-432A-931B-F6052C24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98D28-9248-44FD-9BC2-A16EA96B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73A82-EB3E-4B1B-A224-120EBF94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动手完成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51619-7D93-421A-B996-5B35515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main 未变化、feature 有一次新提交时，在 main 合并 feature。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36631-244F-4AB3-A6B1-3BEBC9FA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305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5"/>
          </a:solidFill>
          <a:ln xmlns:a="http://schemas.openxmlformats.org/drawingml/2006/main" w="9525">
            <a:solidFill>
              <a:srgbClr val="56A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94189-93E2-48CE-A6F6-868E4AFD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验收条件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39A74-9606-40E8-8E87-2090DE0D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2D780-70E9-49E7-BC11-E2F80977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main 最后指向 feature 的提交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B501D-4E13-457D-9FB0-EB3988A9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2C75E-0A53-4AAF-904F-C3BEF5FB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813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没有产生新的提交目录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ED6BE-0E4C-4011-9A90-F174D095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86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64598-24C9-44F9-9B93-8498DF1C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005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checkout 后 data 内容与 feature 一致</a:t>
            </a:r>
          </a:p>
        </p:txBody>
      </p:sp>
    </p:spTree>
    <p:extLst>
      <p:ext uri="{BB962C8B-B14F-4D97-AF65-F5344CB8AC3E}">
        <p14:creationId xmlns:p14="http://schemas.microsoft.com/office/powerpoint/2010/main" val="21124570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3BF4C-933C-4359-AE7D-13031527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9AC83-42B5-49C1-A37F-F4A78A26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ECDA7-D31E-44B8-9571-2D321A7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SSH：让远程平台确认“是你在连接”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EE3B6-806E-4227-8E73-BDA5C3BE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DD0F3-A204-41C3-89D7-2066043C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密钥对像一把锁和一把唯一钥匙：服务器只保存锁。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42620-189C-425D-9EE7-3F3D77B0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2695C-DCEC-431B-9DE9-417B2388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私钥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D1966-A291-44E6-9505-0BE77CFD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只在你自己的电脑；绝不上传或发送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253C7-315D-40A2-89C4-E81CB8EC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AE732-FDB9-4423-BBE4-35862BED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公钥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1EB4A-1963-41CE-B62C-E03D91F2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可添加到教师平台，用于验证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BFB1C-FEF2-4EC4-A454-92D8F7A2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9D7B5-4BB7-4616-851E-C4974BEF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挑战响应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FE3F6-E30C-44CB-8C61-40994938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服务器验证你拥有匹配私钥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0716A-7C98-464F-96A1-10C99F8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F3D5B-F75A-4A6A-BDE9-7135624E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加密通道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DDA37-C5DA-4F4D-A26C-5EBC6FF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连接过程受保护，减少口令暴露</a:t>
            </a:r>
          </a:p>
        </p:txBody>
      </p:sp>
    </p:spTree>
    <p:extLst>
      <p:ext uri="{BB962C8B-B14F-4D97-AF65-F5344CB8AC3E}">
        <p14:creationId xmlns:p14="http://schemas.microsoft.com/office/powerpoint/2010/main" val="7781840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DF4E1-8A69-41B5-BF32-438D2B07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99740-C95C-4282-900C-60E3B10E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806A0-9779-4980-B5B4-0F6DD6C1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密钥安全：三条红线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0F0EA-9726-4129-B3CF-A91D5AB4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5279D-A8A6-46D6-B574-81B9C8FC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把这三条当作实验室安全规则。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86BCA-1ED5-471B-9275-699EF7B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734C5-557C-4697-A3BB-17B1146B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绝不分享私钥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CABA4-3F1A-4565-9DB1-35A54D2D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不要截图、粘贴到聊天，也不要上传仓库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EE6AA-16D6-47E9-B13F-64815AE6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C2545-CA05-4F84-BB1C-9495BA4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确认主机指纹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BA884-D344-4F91-A0A7-DDD55EC2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首次连接只对照教师提供的官方指纹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D07E4-B448-4125-92E4-9827AF36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D7246-5047-49EE-BE7E-F7E63025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使用口令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14A78-CD9D-48BF-8483-5C290CD3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为私钥设置 passphrase；离开电脑要锁屏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50760-71D9-40C1-A488-8D79BB0D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05C36-84C4-4EF3-B94C-060F45C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泄露即撤销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8F64F-C2FD-4C8A-99AE-EFC01410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怀疑泄露时立即删除平台公钥并重建密钥</a:t>
            </a:r>
          </a:p>
        </p:txBody>
      </p:sp>
    </p:spTree>
    <p:extLst>
      <p:ext uri="{BB962C8B-B14F-4D97-AF65-F5344CB8AC3E}">
        <p14:creationId xmlns:p14="http://schemas.microsoft.com/office/powerpoint/2010/main" val="16146535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E4989-D346-42DF-8549-9AFBDB5B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A03CE-4E1A-4F7D-9C56-D00FB24A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65829-34B1-4A8F-A1DD-A05EBF98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生成 SSH 密钥：只执行老师给出的安全命令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DCD9A-5B8B-4419-B202-87B05229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4FD9B-8388-4595-8BF5-D2E4EA64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在你自己的终端生成密钥；文件会保存在 ~/.ssh。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754CE-7137-4D96-9FFC-23582ACA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600CC-F709-4DFD-99B9-94EDB99C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ssh-keygen -t ed25519 -C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B2FCF-DBDB-4F37-86E7-D841493F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"你的校园邮箱"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3FE7F-F827-4564-90EF-A1110DCB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# 公钥：~/.ssh/id_ed25519.pub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FBD27-3307-445A-B78A-FE92829C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# 私钥：~/.ssh/id_ed25519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9B3E1-EA11-4BE6-BFC3-DC786BFB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# 只把 .pub 内容添加到教师平台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B54C0-0996-4185-878B-7D14FE93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45BF1-1102-41D1-9936-AEAD6F8C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ed25519 是常见现代密钥类型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FED04-8D92-4696-9751-9809F7A6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C6452-E2D9-4DAE-BD32-6FBD2334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-C 只是备注，不是秘密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37036-3574-4103-BEEE-E577FA3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FB652-6DD2-4979-9C98-54414E45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只复制以 .pub 结尾的公钥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F6EBD-885C-4623-9435-4BB1318D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FBC6C-34DF-475A-ADDE-83067ED4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私钥文件不应离开个人电脑</a:t>
            </a:r>
          </a:p>
        </p:txBody>
      </p:sp>
    </p:spTree>
    <p:extLst>
      <p:ext uri="{BB962C8B-B14F-4D97-AF65-F5344CB8AC3E}">
        <p14:creationId xmlns:p14="http://schemas.microsoft.com/office/powerpoint/2010/main" val="8206184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31341-1434-4B6D-BD7C-BF9BEB7F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3DBAF-8F6F-4BA7-954C-0C640171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4CDF8-FDCE-404F-A491-A7ECFDD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验证连接：不需要也不应输入平台密码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BBB0E-C27E-41C1-8775-80AA32D0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2318C-7D22-4512-B681-32B3A289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用教师提供的平台域名替换示例地址。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F1D9C-F392-4055-BFBF-A70889A9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4FA31-62D1-474D-AD1A-A2F81D7C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ssh -T git@&lt;教师提供的平台地址&gt;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6290C-245E-4C37-9C33-6EE54DB0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# 首次连接：核对教师公布的主机指纹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BBDCD-188D-4A37-A4DC-415B25DB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# 成功后：平台会显示你的账号欢迎信息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A3D14-5E33-4FF6-8789-A9DD617B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2116D-E0F1-4709-9267-D30894EF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地址以教师课前通知为准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AB7B6-8978-4228-B256-5890EEF7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31A78-C4AA-4DF3-AEED-53243FCF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陌生指纹不要盲目确认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29409-99AC-45CD-9710-B789CF75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C51EE-8A3F-41E2-8495-8966ECED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连接成功不等于已推送项目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D8DB2-2881-4B62-A954-2A603CB5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AA26D-CFA2-4749-8F8B-AD6662CE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先解决认证，再进行 Git 操作</a:t>
            </a:r>
          </a:p>
        </p:txBody>
      </p:sp>
    </p:spTree>
    <p:extLst>
      <p:ext uri="{BB962C8B-B14F-4D97-AF65-F5344CB8AC3E}">
        <p14:creationId xmlns:p14="http://schemas.microsoft.com/office/powerpoint/2010/main" val="11174738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13BBC-53B4-4500-8E22-B3641727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14586-9560-4493-ABC8-B81C3D5B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15E08-84D6-42AB-A763-7DA77B61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最后使用的是“真实 Git”，推送的是课程源码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F0CEB-5E67-4814-B8A0-92D1614A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D3618-3F1D-459D-846A-F7716023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迷你 Git 帮你理解；平台使用标准 Git 协议。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A59F5-E897-42A1-8856-98360653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47204-ACC4-44C9-964C-B576A2E4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clone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7F06F-8505-4C00-A3A5-E1DAB476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从教师平台取得自己的空仓库或模板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D7A06-9497-4C60-8B0F-B9F48A6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FF24A-1545-4E39-A25D-82F13107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add / commit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F6179-E8A8-4673-AC6E-811F373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把 C++ 源码与 README 形成真实 Git 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2978D-742D-4FE2-B509-3FC7FB5D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13592-F106-44C3-957C-58BC0F75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push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B6ACB-70BB-4F35-9602-3FB8E50B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通过 SSH 上传到自己的远程仓库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CFDE3-5F4D-4799-ABDD-6949E1B5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DD901-D459-4247-A11A-082C172E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不推送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69CD4-D71C-4F88-97E5-B5A95DB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.minigit 的格式不与真实 Git 兼容</a:t>
            </a:r>
          </a:p>
        </p:txBody>
      </p:sp>
    </p:spTree>
    <p:extLst>
      <p:ext uri="{BB962C8B-B14F-4D97-AF65-F5344CB8AC3E}">
        <p14:creationId xmlns:p14="http://schemas.microsoft.com/office/powerpoint/2010/main" val="12623304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A3036-CA50-48C5-A6A2-674C0304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222EF-E514-4712-B6E0-BED57586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4C287-A105-45D2-9728-20CBE1B8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从 clone 到 push：标准操作序列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05788-80E3-4E35-A41E-A4C886E2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17B65-655F-4BF0-A861-B2EFD236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所有仓库地址由教师平台页面复制，不要手敲猜测。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D299D-3EB2-4F90-9325-C7E37E0C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9AE62-4917-4B04-864E-696BFF0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git clone git@&lt;教师平台&gt;: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D34ED-52CC-400C-89C8-BC353140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058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86ABC-F245-48B1-8DAF-0EBE606A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595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/your-project.git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95325-D0BC-48BA-8394-5D117349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cd your-project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F5FB4-CEC2-40C9-8E61-893F749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cp -r &lt;你的C++项目&gt;/* 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93DF4-CEE7-4450-9101-810EA143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git add 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0C3A3-BD14-40E2-82E3-09CFDBDE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git commit -m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3DC01-F4B1-491F-A0B3-1CAE02E0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305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E88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3E88D"/>
                </a:solidFill>
                <a:latin typeface="Menlo"/>
                <a:ea typeface="Menlo"/>
                <a:cs typeface="Menlo"/>
              </a:rPr>
              <a:t>"完成迷你 Git 课程项目"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F5B58-31C4-48F9-9CD7-8913EEA3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git push origin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08CC7-E3D3-4D29-893E-C914B4A7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520" y="38385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A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82AAFF"/>
                </a:solidFill>
                <a:latin typeface="Menlo"/>
                <a:ea typeface="Menlo"/>
                <a:cs typeface="Menlo"/>
              </a:rPr>
              <a:t>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23265-30F0-4FCB-AB58-6280FF8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8CDC3-1E68-4232-B85D-D0957370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clone 创建本地真实 Git 仓库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E3E5B-0D3E-46CA-8642-61938934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460E8-E537-4697-BFC2-219C3339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git add 与迷你 Git 的暂存概念相通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140D0-F62F-4EA3-85DF-F23DCEE9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3C491-CA5E-468D-8C8C-5E4CC79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commit 消息说明完成了什么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B969A-DD7B-4633-8F71-E4EAD2F4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C3351-2B06-4878-A032-54DDE6F5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push 上传的是 C++ 项目源码</a:t>
            </a:r>
          </a:p>
        </p:txBody>
      </p:sp>
    </p:spTree>
    <p:extLst>
      <p:ext uri="{BB962C8B-B14F-4D97-AF65-F5344CB8AC3E}">
        <p14:creationId xmlns:p14="http://schemas.microsoft.com/office/powerpoint/2010/main" val="10587259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677FA-CCB5-4D36-BE0E-EAE78784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152F6-092D-40D8-B2ED-8F174EAA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078A6-2C17-4358-9505-9BE93566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推送失败时：按类型排查，不要重试十次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048FB-1A2B-4A12-9FFD-F7053C66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18F66-0516-4F04-81DD-D23A2A84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先读最后一行报错；它通常说明下一步。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6686A-3C89-49B0-8874-884475E3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6A613-9835-4CBA-BA5D-149709B3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Permission denied (publickey)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ABAB3-217B-4E60-804D-1B873863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→ 公钥未添加、选错私钥或权限未开通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571B6-22B4-46AB-8F92-1F5F1D6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remote: Repository not found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E77DD-60C4-4383-B519-A387DC86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→ 仓库地址或账号权限不对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522FC-71B2-43F6-B1CE-3BFA9B0C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rejected: non-fast-forward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AFD75-269A-4746-8F17-8B7D403B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7"/>
                </a:solidFill>
                <a:latin typeface="Menlo"/>
                <a:ea typeface="Menlo"/>
                <a:cs typeface="Menlo"/>
              </a:rPr>
              <a:t>  → 先 git pull，再处理远程更新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A97BE-4000-405C-85C7-BA649615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EBD7B-2D27-41FC-9183-C282405A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不要把私钥发给助教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FA39F-5F82-450A-AEC2-645C9D11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813B0-01C5-4DBE-B382-D2CBCE44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不要使用别人的账号测试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FCBD2-D7C5-4B02-8305-3ADF337D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5C248-8245-41C8-8F92-06C6421D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地址从平台复制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F0183-CE46-4746-9EFB-7179895C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BC635-27FA-44EF-928A-EADD4D49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无法判断时，把报错文字给老师，不含私钥</a:t>
            </a:r>
          </a:p>
        </p:txBody>
      </p:sp>
    </p:spTree>
    <p:extLst>
      <p:ext uri="{BB962C8B-B14F-4D97-AF65-F5344CB8AC3E}">
        <p14:creationId xmlns:p14="http://schemas.microsoft.com/office/powerpoint/2010/main" val="10155288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DA5BD-406D-4C9D-B470-D2420230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1697F-1556-4C53-A522-D8D18B80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AD9CF-0BA2-4EC9-AB3B-B3921E11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最终验收：让教师平台出现你的项目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2F510-0E86-493A-B7F1-388BECEE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99763-BCAA-431C-992D-62BE3622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672BD-0A55-4627-A5FE-3002F3D7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动手完成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3CFB6-1939-4890-8F87-33371A5F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完成 SSH 验证，把 C++ 课程项目推送到分配给你的仓库。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87FF8-B586-4CCB-9C1B-BABA009D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305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5"/>
          </a:solidFill>
          <a:ln xmlns:a="http://schemas.openxmlformats.org/drawingml/2006/main" w="9525">
            <a:solidFill>
              <a:srgbClr val="56A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37FFD-71B6-445B-8EC8-AC0112FB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验收条件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8FC35-CFAD-49FF-B543-ED511EBD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83082-3A16-4DBB-AF38-AF47A63C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平台网页能看到 .cpp 与 README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E41E7-5B3C-4F28-B078-FA95C366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37B7A-E889-4B88-8736-FDE11EE6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813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提交信息清楚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B187D-4609-4B82-AB50-A8706203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86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EAC1E-290A-406F-8C84-85C74FAA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005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不包含私钥或敏感配置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0A371-DE60-4869-A178-C437246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05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5308B-BA29-457B-848D-3EBA01C9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能解释 mini Git 与真实 Git 的关系</a:t>
            </a:r>
          </a:p>
        </p:txBody>
      </p:sp>
    </p:spTree>
    <p:extLst>
      <p:ext uri="{BB962C8B-B14F-4D97-AF65-F5344CB8AC3E}">
        <p14:creationId xmlns:p14="http://schemas.microsoft.com/office/powerpoint/2010/main" val="11838698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0F970-9794-4C07-80A6-F3055CB2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41E2B-E9C7-4FDE-A7F8-3A9C5F08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2026 新生暑期技术实践培训 · 第 7 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20607-D4E5-4FA1-A6DF-A92A90EA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你已经掌握了一条真实的工程路径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D6169-E309-4945-9C53-01CFED4D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0D72B-67DD-44B4-BEC0-FF5AA061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从本地代码，到版本，再到远程协作。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66E14-D8D4-488E-97E3-AE2B68E7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6124D-AF77-4FFC-B56A-2E839449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写代码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43B97-8762-4BA4-A202-331DFEEB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C++ 将需求变成可运行程序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56A4B-2179-47D4-94ED-3AA0C3FA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2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6A849-AF28-4887-AC7D-E0EE4480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管理版本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91C1D-7FD0-40B5-AC99-46D0BA33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迷你 Git 解释快照、分支与合并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D6123-8BA0-4D02-BC1B-7F01B2D0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DCAAE-1EDE-424E-8BEF-17FCC94C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安全连接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6011F-45DB-417E-8233-9DD870A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SSH 用密钥证明身份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4475B-0FBB-4E55-AA41-D2784702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5E1B6-DB08-4F11-B8B2-602A0C73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协作交付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58EC2-7802-425F-A6E8-F50DEE4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4C8"/>
                </a:solidFill>
                <a:latin typeface="Helvetica Neue"/>
                <a:ea typeface="Helvetica Neue"/>
                <a:cs typeface="Helvetica Neue"/>
              </a:rPr>
              <a:t>真实 Git push 把源码提交给课程平台</a:t>
            </a:r>
          </a:p>
        </p:txBody>
      </p:sp>
    </p:spTree>
    <p:extLst>
      <p:ext uri="{BB962C8B-B14F-4D97-AF65-F5344CB8AC3E}">
        <p14:creationId xmlns:p14="http://schemas.microsoft.com/office/powerpoint/2010/main" val="1908691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2026-08-01T06:54:48.2260000Z</dcterms:created>
  <dcterms:modified xsi:type="dcterms:W3CDTF">2026-08-01T06:54:48.2260000Z</dcterms:modified>
</coreProperties>
</file>